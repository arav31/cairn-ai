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5181410a304cb5" /><Relationship Type="http://schemas.openxmlformats.org/officeDocument/2006/relationships/extended-properties" Target="/docProps/app.xml" Id="R25f9bbff671b4f5a" /><Relationship Type="http://schemas.openxmlformats.org/officeDocument/2006/relationships/officeDocument" Target="/ppt/presentation.xml" Id="R84a8ccce5f0b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eec8295e343d7"/>
  </p:sldMasterIdLst>
  <p:notesMasterIdLst>
    <p:notesMasterId xmlns:r="http://schemas.openxmlformats.org/officeDocument/2006/relationships" r:id="R57fa09970a124506"/>
  </p:notesMasterIdLst>
  <p:sldIdLst>
    <p:sldId xmlns:r="http://schemas.openxmlformats.org/officeDocument/2006/relationships" id="256" r:id="R2cc8f5ae5e624086"/>
    <p:sldId xmlns:r="http://schemas.openxmlformats.org/officeDocument/2006/relationships" id="257" r:id="Rb375cf1d99e34aef"/>
    <p:sldId xmlns:r="http://schemas.openxmlformats.org/officeDocument/2006/relationships" id="258" r:id="R5b515e0c7bbb462d"/>
    <p:sldId xmlns:r="http://schemas.openxmlformats.org/officeDocument/2006/relationships" id="259" r:id="R1cd2cbf5a06d4ad0"/>
    <p:sldId xmlns:r="http://schemas.openxmlformats.org/officeDocument/2006/relationships" id="260" r:id="Rf3d9385eb1264d65"/>
    <p:sldId xmlns:r="http://schemas.openxmlformats.org/officeDocument/2006/relationships" id="261" r:id="R7005ba2b77fa43e6"/>
    <p:sldId xmlns:r="http://schemas.openxmlformats.org/officeDocument/2006/relationships" id="262" r:id="Rb2eb33dfc0654b9c"/>
    <p:sldId xmlns:r="http://schemas.openxmlformats.org/officeDocument/2006/relationships" id="263" r:id="Re3b2362d96ac4b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789bce8e9400e" /><Relationship Type="http://schemas.openxmlformats.org/officeDocument/2006/relationships/slideMaster" Target="/ppt/slideMasters/slideMaster1.xml" Id="Rf26eec8295e343d7" /><Relationship Type="http://schemas.openxmlformats.org/officeDocument/2006/relationships/notesMaster" Target="/ppt/notesMasters/notesMaster1.xml" Id="R57fa09970a124506" /><Relationship Type="http://schemas.openxmlformats.org/officeDocument/2006/relationships/presProps" Target="/ppt/presProps.xml" Id="R336e1ca26a15437f" /><Relationship Type="http://schemas.openxmlformats.org/officeDocument/2006/relationships/viewProps" Target="/ppt/viewProps.xml" Id="Rbf9eb8a809dd4466" /><Relationship Type="http://schemas.openxmlformats.org/officeDocument/2006/relationships/tableStyles" Target="/ppt/tableStyles.xml" Id="R7c5ea809f2394b54" /><Relationship Type="http://schemas.openxmlformats.org/officeDocument/2006/relationships/slide" Target="/ppt/slides/slide1.xml" Id="R2cc8f5ae5e624086" /><Relationship Type="http://schemas.openxmlformats.org/officeDocument/2006/relationships/slide" Target="/ppt/slides/slide2.xml" Id="Rb375cf1d99e34aef" /><Relationship Type="http://schemas.openxmlformats.org/officeDocument/2006/relationships/slide" Target="/ppt/slides/slide3.xml" Id="R5b515e0c7bbb462d" /><Relationship Type="http://schemas.openxmlformats.org/officeDocument/2006/relationships/slide" Target="/ppt/slides/slide4.xml" Id="R1cd2cbf5a06d4ad0" /><Relationship Type="http://schemas.openxmlformats.org/officeDocument/2006/relationships/slide" Target="/ppt/slides/slide5.xml" Id="Rf3d9385eb1264d65" /><Relationship Type="http://schemas.openxmlformats.org/officeDocument/2006/relationships/slide" Target="/ppt/slides/slide6.xml" Id="R7005ba2b77fa43e6" /><Relationship Type="http://schemas.openxmlformats.org/officeDocument/2006/relationships/slide" Target="/ppt/slides/slide7.xml" Id="Rb2eb33dfc0654b9c" /><Relationship Type="http://schemas.openxmlformats.org/officeDocument/2006/relationships/slide" Target="/ppt/slides/slide8.xml" Id="Re3b2362d96ac4b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53b011a709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687ff454140b0" /><Relationship Type="http://schemas.openxmlformats.org/officeDocument/2006/relationships/notesMaster" Target="/ppt/notesMasters/notesMaster1.xml" Id="R73d83aaeab0d47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6ce12ae3894f5d" /><Relationship Type="http://schemas.openxmlformats.org/officeDocument/2006/relationships/notesMaster" Target="/ppt/notesMasters/notesMaster1.xml" Id="Rd337b6e421db4b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6ecd9f4834436a" /><Relationship Type="http://schemas.openxmlformats.org/officeDocument/2006/relationships/notesMaster" Target="/ppt/notesMasters/notesMaster1.xml" Id="R43010dea478d48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3decb9c449434a" /><Relationship Type="http://schemas.openxmlformats.org/officeDocument/2006/relationships/notesMaster" Target="/ppt/notesMasters/notesMaster1.xml" Id="R0b176c2b72b942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9938c5c444827" /><Relationship Type="http://schemas.openxmlformats.org/officeDocument/2006/relationships/notesMaster" Target="/ppt/notesMasters/notesMaster1.xml" Id="R8abd19e098414b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7bc6e2331c4367" /><Relationship Type="http://schemas.openxmlformats.org/officeDocument/2006/relationships/notesMaster" Target="/ppt/notesMasters/notesMaster1.xml" Id="Rda03fbfaab964c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5c242fd5604023" /><Relationship Type="http://schemas.openxmlformats.org/officeDocument/2006/relationships/notesMaster" Target="/ppt/notesMasters/notesMaster1.xml" Id="R7007765b332f49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f67496fae94989" /><Relationship Type="http://schemas.openxmlformats.org/officeDocument/2006/relationships/notesMaster" Target="/ppt/notesMasters/notesMaster1.xml" Id="R6aa9b24590b841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2b07a11ca4a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1fc3898c24f0f" /><Relationship Type="http://schemas.openxmlformats.org/officeDocument/2006/relationships/slideLayout" Target="/ppt/slideLayouts/slideLayout1.xml" Id="R2a039f113e454f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039f113e454f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fe7ca27a24d5b" /><Relationship Type="http://schemas.openxmlformats.org/officeDocument/2006/relationships/image" Target="/ppt/media/image.png" Id="R03dc0315e69b4305" /><Relationship Type="http://schemas.openxmlformats.org/officeDocument/2006/relationships/notesSlide" Target="/ppt/notesSlides/notesSlide1.xml" Id="Reff67b25388042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6dec561ae44cb" /><Relationship Type="http://schemas.openxmlformats.org/officeDocument/2006/relationships/image" Target="/ppt/media/image2.png" Id="R3f169de8d5b7453a" /><Relationship Type="http://schemas.openxmlformats.org/officeDocument/2006/relationships/notesSlide" Target="/ppt/notesSlides/notesSlide2.xml" Id="R1004f8eb1658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47723e3b84557" /><Relationship Type="http://schemas.openxmlformats.org/officeDocument/2006/relationships/image" Target="/ppt/media/image3.png" Id="Rb3ca2fa96db54027" /><Relationship Type="http://schemas.openxmlformats.org/officeDocument/2006/relationships/notesSlide" Target="/ppt/notesSlides/notesSlide3.xml" Id="Rf23dd587dbb647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01d1017754d4d" /><Relationship Type="http://schemas.openxmlformats.org/officeDocument/2006/relationships/image" Target="/ppt/media/image4.png" Id="R2930ad6ec05849db" /><Relationship Type="http://schemas.openxmlformats.org/officeDocument/2006/relationships/notesSlide" Target="/ppt/notesSlides/notesSlide4.xml" Id="Rd311fe0e26e542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0539d92de4c1d" /><Relationship Type="http://schemas.openxmlformats.org/officeDocument/2006/relationships/image" Target="/ppt/media/image5.png" Id="Rd4f09d0c9b9840f9" /><Relationship Type="http://schemas.openxmlformats.org/officeDocument/2006/relationships/notesSlide" Target="/ppt/notesSlides/notesSlide5.xml" Id="R21c9a4673ec74f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79309f0a94fc2" /><Relationship Type="http://schemas.openxmlformats.org/officeDocument/2006/relationships/image" Target="/ppt/media/image6.png" Id="Rd0c64853b7104387" /><Relationship Type="http://schemas.openxmlformats.org/officeDocument/2006/relationships/notesSlide" Target="/ppt/notesSlides/notesSlide6.xml" Id="R8363898a44894b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992bda66c424c" /><Relationship Type="http://schemas.openxmlformats.org/officeDocument/2006/relationships/image" Target="/ppt/media/image7.png" Id="Rddf9396f333c48b0" /><Relationship Type="http://schemas.openxmlformats.org/officeDocument/2006/relationships/notesSlide" Target="/ppt/notesSlides/notesSlide7.xml" Id="Rde1bdceb848546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e4439d9cd4431" /><Relationship Type="http://schemas.openxmlformats.org/officeDocument/2006/relationships/image" Target="/ppt/media/image8.png" Id="Re4cd46c6685c48af" /><Relationship Type="http://schemas.openxmlformats.org/officeDocument/2006/relationships/notesSlide" Target="/ppt/notesSlides/notesSlide8.xml" Id="R16323e5fde0340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c0315e69b43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820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69de8d5b7453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712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a2fa96db5402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9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0ad6ec05849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319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09d0c9b9840f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721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64853b71043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513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9396f333c48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343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d46c6685c48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06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2026-06-10T06:20:54.3300000Z</dcterms:created>
  <dcterms:modified xsi:type="dcterms:W3CDTF">2026-06-10T06:20:54.3300000Z</dcterms:modified>
</coreProperties>
</file>